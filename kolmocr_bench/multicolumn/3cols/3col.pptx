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00" d="100"/>
          <a:sy n="100" d="100"/>
        </p:scale>
        <p:origin x="1632" y="5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204C9-19E1-D547-E61E-6ABF8BD4C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08B768F-97A4-5478-9506-0E06D74C2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939821-39F0-68C5-3C67-B66AADD5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026-6F9E-4210-AA55-9260281B632F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BD6AC4-324A-1A3B-C09B-FD6BC283E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956FE7-A54F-053B-EFF6-5CA42268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946E-85BB-4EC4-9F82-C5397135CA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08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70327F-4D27-61CE-30FF-5F189D4E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CF86EA-4BAD-4057-C302-795F735FE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9C322-5E9A-B816-0EDF-D0A147D0B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026-6F9E-4210-AA55-9260281B632F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46F77E-109F-0FC5-94FF-C21CAC4B9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CD287E-C740-597E-42F4-E84C3535B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946E-85BB-4EC4-9F82-C5397135CA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55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1E0BB-DE95-7828-53CF-88441CDD8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07D25-FA03-D6F5-9686-A081E45D2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4F28AB-6866-95F9-96BB-E6593B330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026-6F9E-4210-AA55-9260281B632F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7C9F8-187E-E619-4BC7-0DD7A4D6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04514D-4A66-DEC2-BC6A-463AA25CF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946E-85BB-4EC4-9F82-C5397135CA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218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2AF45-B1D8-F455-422A-9725A7E6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71FA15-3CCF-15AC-4AC9-F7CC83022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FE6D0B-33B4-F51F-C50C-E789E90AB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4ADFB2-7ED5-0E66-BE5C-502D12F8B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026-6F9E-4210-AA55-9260281B632F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BFB416-26DE-932A-B0C7-8C85B543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FE41BF-CD33-B507-B371-AAA279AB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946E-85BB-4EC4-9F82-C5397135CA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59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406F47-FE01-061A-E027-8F9C284F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C1EBDE-B1DD-DA86-B7F0-695A4CEC2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FF06E1-EC35-3695-6A66-B6EB99260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80DE9C4-8521-3639-75FF-1D352E491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998A2E7-66CD-D32C-8625-A09BB8662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A6CFE47-87A3-7FFF-FB2E-6B137D05F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026-6F9E-4210-AA55-9260281B632F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498964B-1048-825E-D24F-D1AC3BABD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4A0FD2-CBA9-E64A-E1E4-05B04038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946E-85BB-4EC4-9F82-C5397135CA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095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8E5743-904B-CC23-AD90-B71E02EA3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8332F27-D15B-3B21-DC61-589B266F8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026-6F9E-4210-AA55-9260281B632F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33CCF7-7B32-7D90-7EA6-7A56B9FC2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EB637F-15CF-B907-628A-6CDFAAF87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946E-85BB-4EC4-9F82-C5397135CA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416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061962A-ADAF-D072-7A42-2F7743FCD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026-6F9E-4210-AA55-9260281B632F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5DC749-F4AD-3B80-FF0D-917AA6B6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072718-FBE8-2151-AE01-77EC2072D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946E-85BB-4EC4-9F82-C5397135CA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835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A92FB4-338A-C544-0D28-FDEDB1248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992898-E4BD-1A32-D1D8-BB954A618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D92E06-044F-2A32-AA92-1AF02C83C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158E3A-8D58-3DC7-6289-083828B78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026-6F9E-4210-AA55-9260281B632F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49C024-6BD0-6608-817C-E8C8EB227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F05F25-ADDB-44DA-28C4-2CFFB3026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946E-85BB-4EC4-9F82-C5397135CA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6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FDA37-03F3-4F3C-8D1B-B07D8F99F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A29C35-817D-A340-45DC-EC71B7EBA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CD055E-5CAE-0C0C-DCC2-FD69553D1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2369FD-6E7B-2DFC-A83E-BC82706CF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026-6F9E-4210-AA55-9260281B632F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ADCFB6-B9EA-47F8-24F9-50166F104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724AAA-83E3-6E03-5A21-DF484C90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946E-85BB-4EC4-9F82-C5397135CA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257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4209B-DF81-3D27-1C7A-28C312E53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85937C-9832-4619-8C56-5A68FC483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E860A6-BEC8-27AF-79C6-95C280C51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026-6F9E-4210-AA55-9260281B632F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24EE28-ADEA-F9DF-BB20-F3B28475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5A553C-3991-CF80-34FD-7B70B09A6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946E-85BB-4EC4-9F82-C5397135CA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491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8B868AB-CCAB-3BE7-6DE0-07F2CF325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24CF97-204A-806B-BA3F-6B03BA66E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ADC382-C18F-C4E4-6311-B0575E839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026-6F9E-4210-AA55-9260281B632F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0E97FC-E244-2B2B-C66E-84B91C260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995C96-1FD0-2CC5-F19F-8D478A22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946E-85BB-4EC4-9F82-C5397135CA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594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8459ADA-D2A3-6730-D6D9-D24CE6BF3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AD33FD-B7C0-DA5C-C87C-7E4B33CBB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C95115-015D-3105-6D42-4A25FA9F8E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72026-6F9E-4210-AA55-9260281B632F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7F2B7B-327E-F97C-5A83-F2CFBB365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3967F6-BB85-87A6-BBA1-913191877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E2946E-85BB-4EC4-9F82-C5397135CA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9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E9499F2-5398-5CD7-5C8C-84AEADA6C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432" y="46653"/>
            <a:ext cx="4819135" cy="685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C7E9191-AFE0-E039-C016-AF7AABAF9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8607" y="46653"/>
            <a:ext cx="486164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327FDA7-AB80-819B-4351-60B1AB117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646" y="46653"/>
            <a:ext cx="4437745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9389842-96C1-A968-8D9D-E40B339195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6633" y="714365"/>
            <a:ext cx="12192000" cy="34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018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안연찬</dc:creator>
  <cp:lastModifiedBy>안연찬</cp:lastModifiedBy>
  <cp:revision>1</cp:revision>
  <dcterms:created xsi:type="dcterms:W3CDTF">2025-11-28T07:34:06Z</dcterms:created>
  <dcterms:modified xsi:type="dcterms:W3CDTF">2025-11-28T07:39:53Z</dcterms:modified>
</cp:coreProperties>
</file>