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1697" y="5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816E7D-5EEB-9FFC-9CC5-9BC582D622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37A55E2-8FD9-A95E-FB58-9813041759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DAD308-DB6C-506F-21C8-4C9926ABB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9C1B0-DFA0-42D4-AAC4-339F72365D0E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D45189-F078-2845-8221-5273DA2E2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63A118-762A-5BBF-0A8D-5C92FDBCA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4D20-CC53-41F5-BCB6-981782DEF6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9747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0D7426-036B-CF56-AAF4-F1D8CEAC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292B50-7123-EEA8-D236-B6487D2C2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E3D3AD-45B4-BACD-ED47-61BC99CFA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9C1B0-DFA0-42D4-AAC4-339F72365D0E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D87706-3EE5-4658-E3AD-0C8AC5640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E082CD-5D6C-A407-E64C-9164B471C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4D20-CC53-41F5-BCB6-981782DEF6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1564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56E41D-685C-3193-547A-8AE4C1C49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C95C49-84C3-0471-D058-CDD15B47A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5D77EF-66C7-63C5-338F-D1F148667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9C1B0-DFA0-42D4-AAC4-339F72365D0E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6A1814-9A3F-940A-37F0-9B0C0B11E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41D920-BD4F-9550-C424-4410ED1D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4D20-CC53-41F5-BCB6-981782DEF6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4565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04CEA-D28F-A4C6-AD39-76D0D0C8E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F650A3-8190-6147-D908-E5E3CF9AA8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2926196-86C8-4010-8CED-7D093AB81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54601B-1819-A389-95BA-55AC33DDA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9C1B0-DFA0-42D4-AAC4-339F72365D0E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95B909-533E-2965-67DE-513947A2A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B8D223-53AE-09F2-6BC7-5EFE02192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4D20-CC53-41F5-BCB6-981782DEF6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510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7628F-C939-C533-3F96-85791B953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07C161-4E13-DABC-9EA7-923171F05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ABF95D-98E6-0F8B-4114-F4BC33000E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8A0A11F-7088-5D70-B0F7-9556CB1AE3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DBEB58E-9C86-8703-01C9-D592FA2199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62B2C5D-0D0E-5492-21C4-27C148C0A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9C1B0-DFA0-42D4-AAC4-339F72365D0E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8816157-01F2-157C-FD5B-E1595C602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6CB08F-D6DA-76BD-9852-A8AD76A39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4D20-CC53-41F5-BCB6-981782DEF6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338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1F9AA8-0FBE-D902-E010-BB827E826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DBC6668-FA0E-BA9B-0ED8-FE4DF41C8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9C1B0-DFA0-42D4-AAC4-339F72365D0E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3B14D84-1551-55F1-9846-097161577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1BCA173-2267-967F-0569-46FA1CAE5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4D20-CC53-41F5-BCB6-981782DEF6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5399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095C40E-F316-00D0-5E6A-3F81F8A69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9C1B0-DFA0-42D4-AAC4-339F72365D0E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4739879-96E8-40C2-9B62-70E71D94A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ED7A34-1BFA-A08F-B0A9-7AC541FD9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4D20-CC53-41F5-BCB6-981782DEF6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547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6330C0-9A9D-2E7D-0152-8DD6B7D0F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70F4DB-7EEC-8BDD-BF3A-3FF05775F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634B7B9-D684-3A2F-9430-E679E0CE9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F12DA2-0887-1BA7-A146-2EFEE264E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9C1B0-DFA0-42D4-AAC4-339F72365D0E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4E8FAF-CD44-0E9E-30E9-3AA5B2D14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87DB66-5B85-F3D0-A109-7D80231B8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4D20-CC53-41F5-BCB6-981782DEF6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0295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5892AA-9155-820D-9394-0683DFD5B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DF17A6C-A6A6-2793-EDB0-3FD0BE878F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00BB976-7B64-1CB8-48C5-82796DF18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A267A2-479C-E250-A2D4-C611ACF4E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9C1B0-DFA0-42D4-AAC4-339F72365D0E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2C24C7-3DF8-CB84-3221-1EBB8B917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D1233D-7EE8-242D-C025-99556EFC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4D20-CC53-41F5-BCB6-981782DEF6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7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B75EF2-5E64-4E37-484B-B24BF5392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0A3950-11A5-7E09-BC50-D164D944EA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2A21BA-FA1A-3075-C669-EA1893E97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9C1B0-DFA0-42D4-AAC4-339F72365D0E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F32BF7-5A2E-BFBC-5013-631EAFA68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69D240-5899-F30C-EE9C-EAADF670D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4D20-CC53-41F5-BCB6-981782DEF6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6069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17B6515-A32E-87F6-9E5A-D30CAD0549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B4E68EA-1919-BEE4-6C7D-C3FE7E9B8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F8FF03-61B3-33C9-1059-7AE58981E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9C1B0-DFA0-42D4-AAC4-339F72365D0E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A91674-5D5E-064D-63EB-21A94B00E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875DDF-1F68-9938-4E98-DB3506FD8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4D20-CC53-41F5-BCB6-981782DEF6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0176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B1F7BAD-7EA8-EDDB-4637-878D4E8D2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80613-5AF8-85CB-4ECE-C5157B783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D87362-3228-1C00-91B3-232ECCB32A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39C1B0-DFA0-42D4-AAC4-339F72365D0E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DDB419-3E15-AB9D-D2EB-5C623BF34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B860E5-C624-A78D-C497-0007496871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5A4D20-CC53-41F5-BCB6-981782DEF6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684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02DEC78-108D-4638-28FC-63F62E283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47" y="42037"/>
            <a:ext cx="4341075" cy="398825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F107A7D-6B5C-216E-33A2-85CB5BB01A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39459" r="-1487"/>
          <a:stretch>
            <a:fillRect/>
          </a:stretch>
        </p:blipFill>
        <p:spPr>
          <a:xfrm>
            <a:off x="4465822" y="374611"/>
            <a:ext cx="4294496" cy="371650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C972A4A-A977-8043-DBE6-700C4DE7F3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1155"/>
          <a:stretch>
            <a:fillRect/>
          </a:stretch>
        </p:blipFill>
        <p:spPr>
          <a:xfrm>
            <a:off x="0" y="4151930"/>
            <a:ext cx="4727359" cy="266403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682EEE8-1F64-6DC6-1714-4903688662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199" y="4394279"/>
            <a:ext cx="3929743" cy="223337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A9D8E40-CD33-BC1E-A493-5257DF9889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2372" y="3177407"/>
            <a:ext cx="3502240" cy="194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418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안연찬</dc:creator>
  <cp:lastModifiedBy>안연찬</cp:lastModifiedBy>
  <cp:revision>1</cp:revision>
  <dcterms:created xsi:type="dcterms:W3CDTF">2025-11-28T06:45:42Z</dcterms:created>
  <dcterms:modified xsi:type="dcterms:W3CDTF">2025-11-28T06:48:28Z</dcterms:modified>
</cp:coreProperties>
</file>