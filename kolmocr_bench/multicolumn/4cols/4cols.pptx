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874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7CC06-AF0F-4981-ACBD-10EE474FC53D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9A0AF6-BEB2-4E51-861D-9724786402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405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0AF6-BEB2-4E51-861D-9724786402C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057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931806-5C51-DCDC-E8B3-684323FAE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9286A5C-981C-7432-543C-44DE793E7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FE172D-83BD-333A-5F36-2B972F5EC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E9D5-781B-41C1-BB53-0C0E9D2ED1BA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683EC6-63E4-D70C-BC23-6259E376D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71D8-8177-C635-A619-3630A382E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15-CE8F-40D9-A519-DC498BA17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659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C1ECCA-C9EC-33D6-736D-9C7A49B19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41FE05-3F24-21E9-60B7-7518029D6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1F67F5-62E7-A7EC-2FB0-4C60DE356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E9D5-781B-41C1-BB53-0C0E9D2ED1BA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C3EE8B-C982-09E2-60BF-0919C926B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65FED3-489F-AA20-7A39-1118E42F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15-CE8F-40D9-A519-DC498BA17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49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F3226A-4D2C-49C7-0DA6-0D7A4575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D75C89-7FCC-66CD-CC6E-2FA741498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B910E1-6284-CAB7-24D8-FF3E718DA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E9D5-781B-41C1-BB53-0C0E9D2ED1BA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64CC2F-990D-F1F5-5F80-6EBF2B07F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CE20BA-84F6-612F-85C4-29AFF580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15-CE8F-40D9-A519-DC498BA17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964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4449C3-3752-8724-E40B-ECBE478C2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6B06D2-1D09-A910-4C80-FFC048653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613CDD-3B9A-911D-07D6-A3124AC5F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6D541C-80E1-AE9D-381F-8101F608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E9D5-781B-41C1-BB53-0C0E9D2ED1BA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B438C1-DA7F-D67D-B083-E1966D6D4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95F21F-AB51-198A-C37A-004CAFB8A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15-CE8F-40D9-A519-DC498BA17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98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EF2ADE-FE28-F83C-90AE-930BE5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6FCB64-20D9-9BF2-E2C3-439D64B68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5128AC-5DB6-D003-06A9-B3B6C6C6A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149437-E43C-2C53-BE4F-5F9453EE39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A83A6C-80FD-2B16-3AA0-C2A438456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A32BD92-4645-D1D2-5CAA-BDB9C38B6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E9D5-781B-41C1-BB53-0C0E9D2ED1BA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AB8E2E8-AAAD-227A-1985-4B7478265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7ACC119-207F-9B81-0160-537436E1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15-CE8F-40D9-A519-DC498BA17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275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18D4A7-14F5-DC37-7E2F-83DDD7E0C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FF86DF-1493-7DD5-33ED-6FB2FA7E1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E9D5-781B-41C1-BB53-0C0E9D2ED1BA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248ACF-4A04-F0B7-2857-B7CBC58E4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54B022-554F-25FB-3753-0C2A8754D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15-CE8F-40D9-A519-DC498BA17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66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A49FE90-388A-AA8A-56F1-9F3111425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E9D5-781B-41C1-BB53-0C0E9D2ED1BA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8D53F21-A464-D56D-704A-7A0A20C99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246476-8862-54D1-962E-3DC48DDEC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15-CE8F-40D9-A519-DC498BA17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056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DC2CA1-EADC-CC8F-7A07-B75BEA54F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FDDAB4-B356-83ED-2B02-A97BA736F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5035ED-4513-926C-6CEE-142B175A5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E5A7D3-2D8B-9F82-5747-626370224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E9D5-781B-41C1-BB53-0C0E9D2ED1BA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3AF19E-F9CF-FEFA-2F56-A7987CD3A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849533-ECA2-CD27-0BE4-E15AFE8E0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15-CE8F-40D9-A519-DC498BA17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026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E8BBF2-193E-BBA2-3780-243D677BB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AFCC76-7638-A23D-B0F7-C6ED83636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23C914-2353-1876-ABF5-79E8C264F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A1484F-23D5-69FC-3573-F1661E21A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E9D5-781B-41C1-BB53-0C0E9D2ED1BA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D0F04E-1E8B-6269-3A06-0E2611296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6A7748-63C2-A73F-FD73-3CC15D227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15-CE8F-40D9-A519-DC498BA17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710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9170FD-CA22-C560-7D41-B33CF8915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4DE45B-7420-45F4-AB3E-65DAC641E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831AE-F0C3-813F-C88D-C0B5EE83B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E9D5-781B-41C1-BB53-0C0E9D2ED1BA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336ED8-6A57-F67F-905F-4A6531FA9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FAF299-1922-01A9-BBBA-91CF33012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15-CE8F-40D9-A519-DC498BA17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653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8398014-27ED-4A74-AC60-EF8B778629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871151-E81B-F8D1-C097-882BBF5A1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05442B-919D-5082-433A-17B5FF845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E9D5-781B-41C1-BB53-0C0E9D2ED1BA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C31903-F869-0C22-9E8D-C0956ACB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390B0D-CCC6-0EE7-F4B8-22C775450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ED515-CE8F-40D9-A519-DC498BA17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47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D9F6B6A-9F38-611A-79DF-7E69F9A25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50029C-B6C9-8D7D-2789-9D3038FE5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0A9C36-76E8-DA01-62C4-BE371393A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2AE9D5-781B-41C1-BB53-0C0E9D2ED1BA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26AF6A-01B5-F516-4F61-961F2E1B0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ECCB23-2EE9-3B38-BB65-E2525D267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6ED515-CE8F-40D9-A519-DC498BA17F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445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897DE60-D615-BBBD-2593-D512F6934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" y="-1"/>
            <a:ext cx="3090413" cy="61208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DA2ADBB-064D-433E-BC8A-BC8976381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048" y="0"/>
            <a:ext cx="3072142" cy="612088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DCD58FC-2551-3308-EDAC-B8AC6F1B16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830"/>
          <a:stretch>
            <a:fillRect/>
          </a:stretch>
        </p:blipFill>
        <p:spPr>
          <a:xfrm>
            <a:off x="6287696" y="112059"/>
            <a:ext cx="2965272" cy="600882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4368EBB-785B-8268-DF65-101CD9C0F6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6502" y="466531"/>
            <a:ext cx="2855498" cy="507118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339E026-E2A8-60E1-F084-5D6C6C8938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65" y="445628"/>
            <a:ext cx="12192000" cy="35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856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</Words>
  <Application>Microsoft Office PowerPoint</Application>
  <PresentationFormat>와이드스크린</PresentationFormat>
  <Paragraphs>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안연찬</dc:creator>
  <cp:lastModifiedBy>안연찬</cp:lastModifiedBy>
  <cp:revision>2</cp:revision>
  <dcterms:created xsi:type="dcterms:W3CDTF">2025-11-28T07:36:29Z</dcterms:created>
  <dcterms:modified xsi:type="dcterms:W3CDTF">2025-11-28T07:39:00Z</dcterms:modified>
</cp:coreProperties>
</file>