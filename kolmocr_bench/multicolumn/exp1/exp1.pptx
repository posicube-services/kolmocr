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42" d="100"/>
          <a:sy n="42" d="100"/>
        </p:scale>
        <p:origin x="102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4A064-3AF6-02A0-4EE5-3FA4D635C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97D431-EBE3-2FE6-3B7C-8F0DBA082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B38116-7311-EE22-2A61-E08F9C85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B84FAF-1C7B-3F6B-092F-B301CCC7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026602-25F2-D357-E1C3-E98C9822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18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9926B-2105-3525-6917-798F7FA3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2C5585-7B9A-4644-776F-BB33C803B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24FA3-280E-9FF9-CFAE-FC4C653B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10CE34-C589-9550-A98B-3B4E2294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23004-1E22-69F7-2478-96F54DE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57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7D796-334C-E618-25CD-B6087DFB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24F6B1-3E4D-AFE2-4DC7-8E715C944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69FD7-D926-FAF3-FD7C-BCA03504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79D80-E52D-9153-57D0-4C549DFB6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05EE8D-ECDE-6830-D431-2FB308CE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17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A9B39-F206-EA91-E58B-5D89BDCD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7C100-E7F7-1227-A9DE-09B252299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595A87-F774-1ECE-1247-40B7FF232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3ED39-BADF-EF8C-B130-1CAE7143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B4A865-80B4-D623-7CD3-E5E3E5B3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129BED-EC29-93EE-7FF3-5694AAD2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22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92133-AD65-1991-E222-4F5630C9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F245D8-4FAC-3A4C-F934-2100C5227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D6325B-23A0-2DFD-77FF-32DC872B3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6748F5-799D-A692-6462-C39B3B01B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EDA09-19CB-6A57-FD97-95160F021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66BAED-61FD-3C55-9D11-EB976CAF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3A68D6B-7046-6C9C-B948-EAE732F7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3D3F25-825A-1731-5E80-9F46E7FC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79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95818-FF15-2419-F4B2-064DCFB2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380C48-1766-B9B0-3165-7B1B8888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21CCFA-3B72-9270-8701-72C6E8C4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8C7A30-051C-F25B-67C7-21EB95CC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62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C901F4-F814-0E5E-0300-356AE664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3F137B-A901-24DE-7359-0808442C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469DFB-49A6-DBA9-DEE9-4C9DED7C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89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C2BCE-DCBE-4D8B-7C68-576DAEF3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98630-2872-B197-E532-3CCE3DF1C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C74257-0FAF-4DC0-853C-9D3E69558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8333DA-211A-D474-63B2-81BDBC3B1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3732D5-4F54-2BF6-96CA-8A00B7C5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4BC3C1-6FDD-4DD7-9AAF-D0C2724C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5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E76D9-8B8F-D4A0-90B4-7774B4BBD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E86F1C-A28B-47A9-321E-4D4ED516E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E0EFF0-B63F-1893-E90E-58D0CC14C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8A86C0-D5E5-550E-02C5-8CCDC036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C35A6F-4BFE-AB54-402D-EF74F1FC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FD4152-E842-64C3-9D51-D66E822D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89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25E2C-7894-BBB3-FE30-A3B1018C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215421-6550-893C-41B2-4992EA494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860B2A-0604-9E74-2040-FED6596F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17420-BDA7-30B2-54CF-79DD3F77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2525E-7D9C-AED9-5374-367AD2ED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7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2CE964-BAC1-4F6A-FE41-B39A467BA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94FD5E-9D7F-2E15-31DF-F1056EA06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45AD45-BA44-BF22-46ED-16A98499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43AA8-533C-887E-4962-18F6A80B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CFE265-28F6-FBD5-C7D3-A1B9DE05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4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A51A83-FB93-779A-EA0B-156399DD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099AEB-D4B1-A4CC-6A13-3B7A64F0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C92A4-84B6-F4E2-9EAF-2497C02D6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E9DDC-3371-4526-BF0A-ED19E6311807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87FEC-C0E4-BFD2-E18D-461D80008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0BF29C-3C69-7FCB-1894-283E74A7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F0D7D-E0DE-4244-86A4-812390B40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523623D-8F50-5794-55C1-7BB334801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7" y="0"/>
            <a:ext cx="4294008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AE62F8D-9518-95C4-ABF2-ABE5148B4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964" y="0"/>
            <a:ext cx="4104208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507A672-AC7C-722B-739A-2C1E85B3A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257" y="627017"/>
            <a:ext cx="3540226" cy="531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6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안연찬</dc:creator>
  <cp:lastModifiedBy>안연찬</cp:lastModifiedBy>
  <cp:revision>1</cp:revision>
  <dcterms:created xsi:type="dcterms:W3CDTF">2025-11-28T06:40:34Z</dcterms:created>
  <dcterms:modified xsi:type="dcterms:W3CDTF">2025-11-28T06:43:02Z</dcterms:modified>
</cp:coreProperties>
</file>